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281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linkedin.com/in/kelechi-odoemena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kelechi-odoemen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40080" y="640080"/>
            <a:ext cx="3291840" cy="365760"/>
          </a:xfrm>
          <a:prstGeom prst="roundRect">
            <a:avLst>
              <a:gd name="adj" fmla="val 25000"/>
            </a:avLst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 |  FREE SQL BOOTCAMP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Databases &amp;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SQL Landscape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Fundamentals  |  Metadata  |  SQL in Modern Ecosystems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Saturday, 29th March 2026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132320" y="1463040"/>
            <a:ext cx="1645920" cy="1645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Kelechi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Odoemena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Engineer | Technical Lead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Carradale Futures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09728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London, UK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94760"/>
            <a:ext cx="228600" cy="228600"/>
          </a:xfrm>
          <a:prstGeom prst="rect">
            <a:avLst/>
          </a:prstGeom>
        </p:spPr>
      </p:pic>
      <p:sp>
        <p:nvSpPr>
          <p:cNvPr id="11" name="Text 8">
            <a:hlinkClick r:id="rId4"/>
          </p:cNvPr>
          <p:cNvSpPr/>
          <p:nvPr/>
        </p:nvSpPr>
        <p:spPr>
          <a:xfrm>
            <a:off x="658368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/in/kelechi-odoemena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0" y="320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Me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840480" y="914400"/>
            <a:ext cx="48463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840480" y="91440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107899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43484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Engineering, Data Engineering, Business Intelligence, Healthcare Data Quality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840480" y="1828800"/>
            <a:ext cx="48463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3840480" y="1828800"/>
            <a:ext cx="54864" cy="77724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0" y="199339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43484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43484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Analytics Engineer Associate  |  Power BI Data Analyst Associate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840480" y="2743200"/>
            <a:ext cx="48463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3840480" y="2743200"/>
            <a:ext cx="54864" cy="77724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0" y="2907792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43484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AI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43484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SOPHIA: an AI agent for healthcare data quality and safety at Carradale Futures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840480" y="3657600"/>
            <a:ext cx="48463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3"/>
          <p:cNvSpPr/>
          <p:nvPr/>
        </p:nvSpPr>
        <p:spPr>
          <a:xfrm>
            <a:off x="3840480" y="365760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3360" y="3822192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43484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I'm Here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434840" y="3977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transitioned into data myself. I know what it's like to start from scratch and build up.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2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 |  SQL BOOTCAMP 2026  |  Week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98755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9326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Concepts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194560" y="11887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fundamentals, metadata, and SQL's place in the ecosystem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691640" y="1490472"/>
            <a:ext cx="6675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640080" y="1536192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40080" y="15361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156362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94560" y="1508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194560" y="176479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databases and metadata connect to SQL execution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1691640" y="2066544"/>
            <a:ext cx="6675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640080" y="2112264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640080" y="211226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213969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94560" y="20848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2194560" y="23408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with hands-on SQL queries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1691640" y="2642616"/>
            <a:ext cx="6675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640080" y="2688336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7"/>
          <p:cNvSpPr/>
          <p:nvPr/>
        </p:nvSpPr>
        <p:spPr>
          <a:xfrm>
            <a:off x="640080" y="268833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" y="2715768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194560" y="26609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Session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2194560" y="291693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your team to solve a database challenge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1691640" y="3218688"/>
            <a:ext cx="6675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640080" y="3264408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640080" y="326440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" y="329184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194560" y="32369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Presentations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2194560" y="349300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selected groups present their solutions (5 min each)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1691640" y="3794760"/>
            <a:ext cx="6675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6"/>
          <p:cNvSpPr/>
          <p:nvPr/>
        </p:nvSpPr>
        <p:spPr>
          <a:xfrm>
            <a:off x="640080" y="384048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27"/>
          <p:cNvSpPr/>
          <p:nvPr/>
        </p:nvSpPr>
        <p:spPr>
          <a:xfrm>
            <a:off x="640080" y="3840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1640" y="3867912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194560" y="38130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Briefing &amp; Q&amp;A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2194560" y="40690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within 3 hours of the session!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 |  SQL BOOTCAMP 2026  |  Week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Database?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organised collection of structured data, stored and accessed electronically.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60320" cy="25603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63040" y="1828800"/>
            <a:ext cx="914400" cy="91440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202996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data in a structured, reliable format that survives restarts and failures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0" y="1600200"/>
            <a:ext cx="2560320" cy="25603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297680" y="1828800"/>
            <a:ext cx="914400" cy="91440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02996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data into tables, columns, and relationships so it's easy to find and use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09360" y="1600200"/>
            <a:ext cx="2560320" cy="25603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7132320" y="1828800"/>
            <a:ext cx="914400" cy="91440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202996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9224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filter exactly the data you need, when you need it, using SQL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40080" y="4343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database like a digital filing cabinet, but one that can instantly find any file you need.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Databases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749040" cy="50292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43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51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(SQL)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755648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737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in tables with rows and columns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39696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1214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schema enforcement (structure first)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523744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25054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tables via keys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907792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8720" y="28895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compliant (reliable transactions)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91840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88720" y="3273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PostgreSQL, MySQL, SQL Server</a:t>
            </a:r>
            <a:endParaRPr lang="en-US" sz="1000" dirty="0"/>
          </a:p>
        </p:txBody>
      </p:sp>
      <p:sp>
        <p:nvSpPr>
          <p:cNvPr id="17" name="Shape 9"/>
          <p:cNvSpPr/>
          <p:nvPr/>
        </p:nvSpPr>
        <p:spPr>
          <a:xfrm>
            <a:off x="4754880" y="105156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0"/>
          <p:cNvSpPr/>
          <p:nvPr/>
        </p:nvSpPr>
        <p:spPr>
          <a:xfrm>
            <a:off x="4754880" y="1051560"/>
            <a:ext cx="3749040" cy="5029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143000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303520" y="1051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Non-Relational (NoSQL)</a:t>
            </a:r>
            <a:endParaRPr lang="en-US" sz="14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755648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303520" y="1737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schemas (structure can vary)</a:t>
            </a:r>
            <a:endParaRPr lang="en-US" sz="10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139696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303520" y="21214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Document, key-value, graph, or column stores</a:t>
            </a:r>
            <a:endParaRPr lang="en-US" sz="10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523744"/>
            <a:ext cx="182880" cy="18288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303520" y="25054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horizontally for big data workloads</a:t>
            </a:r>
            <a:endParaRPr lang="en-US" sz="10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907792"/>
            <a:ext cx="182880" cy="18288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303520" y="28895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for speed and flexibility</a:t>
            </a:r>
            <a:endParaRPr lang="en-US" sz="10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182880" cy="18288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303520" y="3273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MongoDB, Redis, Cassandra, Neo4j</a:t>
            </a:r>
            <a:endParaRPr lang="en-US" sz="1000" dirty="0"/>
          </a:p>
        </p:txBody>
      </p:sp>
      <p:sp>
        <p:nvSpPr>
          <p:cNvPr id="31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18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 |  SQL BOOTCAMP 2026  |  Week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Relational Database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5544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structure. Each table holds data about one entity (customers, orders, products). Rows = records, Columns = attributes.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54864" cy="164592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344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0" y="15544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container that groups related tables together. Think of it as a folder structure inside your database.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292608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640080" y="2926080"/>
            <a:ext cx="54864" cy="164592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1089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71600" y="34290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identifier for each row. No two rows can share the same primary key. This is how you pinpoint a specific record.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292608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1089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0" y="34290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that references a primary key in another table. This is how tables are linked, enabling joins.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 |  SQL BOOTCAMP 2026  |  Week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Metadata?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about data. It describes the structure, origin, and context of your actual data.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7863840" cy="100584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library. The books are your data. The card catalogue that tells you where each book is, who wrote it, what genre it is, and when it was published... that's metadata.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2560320" cy="14630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'customer_email'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what data is stored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0" y="2834640"/>
            <a:ext cx="2560320" cy="14630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365760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5760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VARCHAR(255)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the format of the data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09360" y="2834640"/>
            <a:ext cx="2560320" cy="14630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49224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Modified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9224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'2026-03-28'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9224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when data was updated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Metadata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640080" cy="64008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3441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143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Metadata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83080" y="1417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structure and technical details of your data.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78308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Table names, column types, indexes, constraints, file formats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640080" y="2331720"/>
            <a:ext cx="54864" cy="109728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914400" y="2514600"/>
            <a:ext cx="640080" cy="640080"/>
          </a:xfrm>
          <a:prstGeom prst="ellipse">
            <a:avLst/>
          </a:prstGeom>
          <a:solidFill>
            <a:srgbClr val="0077B6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62432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2423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Metadata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783080" y="2697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context and meaning from a business perspective.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783080" y="2971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Data definitions, ownership, business rules, glossary terms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640080" y="3611880"/>
            <a:ext cx="54864" cy="109728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914400" y="3794760"/>
            <a:ext cx="640080" cy="640080"/>
          </a:xfrm>
          <a:prstGeom prst="ellipse">
            <a:avLst/>
          </a:prstGeom>
          <a:solidFill>
            <a:srgbClr val="00E5A0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390448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83080" y="3703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Metadata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783080" y="39776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data movement, transformations, and pipeline health.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1783080" y="4251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ETL job logs, row counts, load timestamps, error rates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 |  SQL BOOTCAMP 2026  |  Week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Metadata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metadata, your database is just a pile of numbers and text with no context.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43000" y="1600200"/>
            <a:ext cx="822960" cy="82296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75564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understand data across your organisation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0" y="14173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3246120" y="1600200"/>
            <a:ext cx="822960" cy="82296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75564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360" y="2606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880360" y="29718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that data meets expected formats and rules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846320" y="14173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5349240" y="1600200"/>
            <a:ext cx="822960" cy="82296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175564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83480" y="2606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983480" y="29718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who owns what, and enforce compliance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949440" y="141732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7452360" y="1600200"/>
            <a:ext cx="822960" cy="82296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1755648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2606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86600" y="29718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breaks when something changes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19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 |  SQL BOOTCAMP 2026  |  Week 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in Modern Data Ecosystems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no longer just for querying databases. It's the universal language of data.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63040" cy="13716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02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20240" y="2148840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2240280" y="1463040"/>
            <a:ext cx="1463040" cy="13716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6002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3172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703320" y="2148840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4023360" y="1463040"/>
            <a:ext cx="1463040" cy="13716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16002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1480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(SQL/dbt)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0" y="2148840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1"/>
          <p:cNvSpPr/>
          <p:nvPr/>
        </p:nvSpPr>
        <p:spPr>
          <a:xfrm>
            <a:off x="5806440" y="1463040"/>
            <a:ext cx="1463040" cy="13716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6002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9788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269480" y="2148840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4"/>
          <p:cNvSpPr/>
          <p:nvPr/>
        </p:nvSpPr>
        <p:spPr>
          <a:xfrm>
            <a:off x="7589520" y="1463040"/>
            <a:ext cx="1463040" cy="13716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0020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BI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40080" y="3108960"/>
            <a:ext cx="7863840" cy="54864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7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powers every stage of this pipeline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40080" y="3703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4008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ETL/ELT pipelines, dbt models, Spark SQL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3474720" y="3703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47472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queries, dashboards, reporting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6309360" y="3703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30936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BigQuery, Snowflake, Azure Synapse, Fabric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Databases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artificial intelligence is changing the way we interact with and manage databases.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4864" cy="868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325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SQL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508760" y="162763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(like ChatGPT, Claude, Copilot) can translate plain English questions into SQL queries. This lowers the barrier to entry for new analysts.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0080" y="228600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640080" y="2286000"/>
            <a:ext cx="54864" cy="86868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68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3317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Quality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508760" y="263347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can monitor metadata, detect anomalies, flag schema drift, and alert teams to data issues before they reach dashboards.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40080" y="329184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640080" y="3291840"/>
            <a:ext cx="54864" cy="86868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3375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Query Optimisation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508760" y="363931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databases use AI to automatically tune indexes, optimise query plans, and manage resources, making queries faster without manual intervention.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5"/>
          <p:cNvSpPr/>
          <p:nvPr/>
        </p:nvSpPr>
        <p:spPr>
          <a:xfrm>
            <a:off x="822960" y="41605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AI amplifies SQL, it doesn't replace it. Understanding databases is still the foundation.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 |  SQL BOOTCAMP 2026  |  Week 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Breakout Challenge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371600" y="2286000"/>
            <a:ext cx="6400800" cy="20116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645920" y="23774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0" y="2788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Pick a real-world scenario (e.g. an online shop, hospital, school)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Design a simple database schema: 3 tables, their columns, and keys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Identify 3 examples of metadata for your schema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Explain how SQL would be used to query your design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 |  Work in teams  |  3 groups will present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an organised, electronic store of structured data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 use tables, keys, and schemas to organise data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4688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is 'data about data' and is essential for understanding and governing your datasets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1546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the universal language of data, used across engineering, analytics, and cloud platforms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enhances SQL workflows but doesn't replace the need to understand database fundamentals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 |  SQL BOOTCAMP 2026  |  Week 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Assignment &amp; Q&amp;A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Assignment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7223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database schema for a scenario of your choice.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tables with defined columns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and at least one foreign key relationship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examples of metadata from your schema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explanation of how SQL would query your design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Submit within 3 hours of the session ending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 |  SQL BOOTCAMP 2026  |  Week 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building. Keep querying. See you next week.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2468880"/>
            <a:ext cx="4572000" cy="16459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468880" y="2606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Kelechi Odoemena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0" y="29718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Analytics Engineer | Technical Lead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429000"/>
            <a:ext cx="228600" cy="228600"/>
          </a:xfrm>
          <a:prstGeom prst="rect">
            <a:avLst/>
          </a:prstGeom>
        </p:spPr>
      </p:pic>
      <p:sp>
        <p:nvSpPr>
          <p:cNvPr id="9" name="Text 6">
            <a:hlinkClick r:id="rId4"/>
          </p:cNvPr>
          <p:cNvSpPr/>
          <p:nvPr/>
        </p:nvSpPr>
        <p:spPr>
          <a:xfrm>
            <a:off x="3520440" y="3429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linkedin.com/in/kelechi-odoemena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 |  FREE SQL BOOTCAMP 2026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1261</Words>
  <Application>Microsoft Office PowerPoint</Application>
  <PresentationFormat>On-screen Show (16:9)</PresentationFormat>
  <Paragraphs>189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2 - Databases &amp; the SQL Landscape</dc:title>
  <dc:subject>PptxGenJS Presentation</dc:subject>
  <dc:creator>Kelechi Odoemena</dc:creator>
  <cp:lastModifiedBy>Kelechi Odoemena</cp:lastModifiedBy>
  <cp:revision>3</cp:revision>
  <dcterms:created xsi:type="dcterms:W3CDTF">2026-04-02T18:41:42Z</dcterms:created>
  <dcterms:modified xsi:type="dcterms:W3CDTF">2026-04-02T18:56:43Z</dcterms:modified>
</cp:coreProperties>
</file>